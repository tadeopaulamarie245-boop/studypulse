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Times New Roman Bold" panose="02020803070505020304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5928" y="3053715"/>
            <a:ext cx="15026268" cy="403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  <a:spcBef>
                <a:spcPct val="0"/>
              </a:spcBef>
            </a:pPr>
            <a:r>
              <a:rPr lang="en-US" sz="5700" b="1">
                <a:solidFill>
                  <a:srgbClr val="545454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StudyPulse: Development of a Mobile-Based Student Performance Tracker with Built-in Reviewer and Quiz System for Third Year BSIT Students</a:t>
            </a:r>
            <a:endParaRPr lang="en-US" sz="5700" b="1">
              <a:solidFill>
                <a:srgbClr val="545454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169421" y="2107159"/>
            <a:ext cx="55206" cy="6072682"/>
          </a:xfrm>
          <a:custGeom>
            <a:avLst/>
            <a:gdLst/>
            <a:ahLst/>
            <a:cxnLst/>
            <a:rect l="l" t="t" r="r" b="b"/>
            <a:pathLst>
              <a:path w="55206" h="6072682">
                <a:moveTo>
                  <a:pt x="0" y="0"/>
                </a:moveTo>
                <a:lnTo>
                  <a:pt x="55206" y="0"/>
                </a:lnTo>
                <a:lnTo>
                  <a:pt x="55206" y="6072682"/>
                </a:lnTo>
                <a:lnTo>
                  <a:pt x="0" y="607268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792563" y="8307705"/>
            <a:ext cx="1416323" cy="95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5454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BSIT-3A</a:t>
            </a:r>
            <a:endParaRPr lang="en-US" sz="2700">
              <a:solidFill>
                <a:srgbClr val="5454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54545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IT-CAP01</a:t>
            </a:r>
            <a:endParaRPr lang="en-US" sz="2700">
              <a:solidFill>
                <a:srgbClr val="54545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4400" y="828675"/>
            <a:ext cx="8949055" cy="1400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  <a:spcBef>
                <a:spcPct val="0"/>
              </a:spcBef>
            </a:pPr>
            <a:r>
              <a:rPr lang="en-US" sz="7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US" sz="7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99196" y="2781300"/>
            <a:ext cx="12745417" cy="4847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457200" algn="l">
              <a:lnSpc>
                <a:spcPts val="7560"/>
              </a:lnSpc>
            </a:pPr>
            <a:r>
              <a:rPr lang="en-US" altLang="en-US" sz="5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today’s digital era, mobile technology plays a crucial role in education, reshaping how students access learning resources, monitor their progress, and assess their academic performance. </a:t>
            </a:r>
            <a:endParaRPr lang="en-US" altLang="en-US" sz="5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4420" y="876300"/>
            <a:ext cx="14126210" cy="114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STATEMENT OF THE </a:t>
            </a:r>
            <a:r>
              <a:rPr lang="en-US" sz="6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</a:t>
            </a:r>
            <a:endParaRPr lang="en-US" sz="6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68368" y="2019300"/>
            <a:ext cx="11152533" cy="709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</a:p>
          <a:p>
            <a:pPr marL="1079500" lvl="1" indent="-539750" algn="l">
              <a:lnSpc>
                <a:spcPts val="7000"/>
              </a:lnSpc>
              <a:buFont typeface="Arial" panose="020B0604020202020204"/>
              <a:buChar char="•"/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centralized system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7000"/>
              </a:lnSpc>
            </a:pPr>
          </a:p>
          <a:p>
            <a:pPr marL="1079500" lvl="1" indent="-539750" algn="l">
              <a:lnSpc>
                <a:spcPts val="7000"/>
              </a:lnSpc>
              <a:buFont typeface="Arial" panose="020B0604020202020204"/>
              <a:buChar char="•"/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Disorganized study process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7000"/>
              </a:lnSpc>
            </a:pPr>
          </a:p>
          <a:p>
            <a:pPr marL="1079500" lvl="1" indent="-539750" algn="l">
              <a:lnSpc>
                <a:spcPts val="7000"/>
              </a:lnSpc>
              <a:buFont typeface="Arial" panose="020B0604020202020204"/>
              <a:buChar char="•"/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Poor time management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7000"/>
              </a:lnSpc>
            </a:pPr>
          </a:p>
          <a:p>
            <a:pPr marL="1079500" lvl="1" indent="-539750" algn="l">
              <a:lnSpc>
                <a:spcPts val="7000"/>
              </a:lnSpc>
              <a:buFont typeface="Arial" panose="020B0604020202020204"/>
              <a:buChar char="•"/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 to identify strengths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79080" y="876300"/>
            <a:ext cx="3722370" cy="114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</a:t>
            </a:r>
            <a:endParaRPr lang="en-US" sz="6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074887" y="2245875"/>
            <a:ext cx="12235597" cy="701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1130" lvl="1" indent="-710565" algn="l">
              <a:lnSpc>
                <a:spcPts val="9215"/>
              </a:lnSpc>
              <a:buFont typeface="Arial" panose="020B0604020202020204"/>
              <a:buChar char="•"/>
            </a:pPr>
            <a:r>
              <a:rPr lang="en-US" sz="658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Android only</a:t>
            </a:r>
            <a:endParaRPr lang="en-US" sz="658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421130" lvl="1" indent="-710565" algn="l">
              <a:lnSpc>
                <a:spcPts val="9215"/>
              </a:lnSpc>
              <a:buFont typeface="Arial" panose="020B0604020202020204"/>
              <a:buChar char="•"/>
            </a:pPr>
            <a:r>
              <a:rPr lang="en-US" sz="658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Includes built-in quiz system</a:t>
            </a:r>
            <a:endParaRPr lang="en-US" sz="658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421130" lvl="1" indent="-710565" algn="l">
              <a:lnSpc>
                <a:spcPts val="9215"/>
              </a:lnSpc>
              <a:buFont typeface="Arial" panose="020B0604020202020204"/>
              <a:buChar char="•"/>
            </a:pPr>
            <a:r>
              <a:rPr lang="en-US" sz="658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Allows instructors to upload materials and quizzes</a:t>
            </a:r>
            <a:endParaRPr lang="en-US" sz="658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9215"/>
              </a:lnSpc>
            </a:pPr>
          </a:p>
          <a:p>
            <a:pPr algn="l">
              <a:lnSpc>
                <a:spcPts val="921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3192" y="866775"/>
            <a:ext cx="6261616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DELIMITATIONS</a:t>
            </a:r>
            <a:endParaRPr lang="en-US" sz="65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21176" y="3506663"/>
            <a:ext cx="8645647" cy="433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22070" lvl="1" indent="-661035" algn="l">
              <a:lnSpc>
                <a:spcPts val="8570"/>
              </a:lnSpc>
              <a:buFont typeface="Arial" panose="020B0604020202020204"/>
              <a:buChar char="•"/>
            </a:pPr>
            <a:r>
              <a:rPr lang="en-US" sz="61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iOS</a:t>
            </a:r>
            <a:endParaRPr lang="en-US" sz="61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22070" lvl="1" indent="-661035" algn="l">
              <a:lnSpc>
                <a:spcPts val="8570"/>
              </a:lnSpc>
              <a:buFont typeface="Arial" panose="020B0604020202020204"/>
              <a:buChar char="•"/>
            </a:pPr>
            <a:r>
              <a:rPr lang="en-US" sz="61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grading system</a:t>
            </a:r>
            <a:endParaRPr lang="en-US" sz="61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22070" lvl="1" indent="-661035" algn="l">
              <a:lnSpc>
                <a:spcPts val="8570"/>
              </a:lnSpc>
              <a:buFont typeface="Arial" panose="020B0604020202020204"/>
              <a:buChar char="•"/>
            </a:pPr>
            <a:r>
              <a:rPr lang="en-US" sz="61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 chat</a:t>
            </a:r>
            <a:endParaRPr lang="en-US" sz="61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322070" lvl="1" indent="-661035" algn="l">
              <a:lnSpc>
                <a:spcPts val="8570"/>
              </a:lnSpc>
              <a:buFont typeface="Arial" panose="020B0604020202020204"/>
              <a:buChar char="•"/>
            </a:pPr>
            <a:r>
              <a:rPr lang="en-US" sz="612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Limited users</a:t>
            </a:r>
            <a:endParaRPr lang="en-US" sz="612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94343" y="828675"/>
            <a:ext cx="10699313" cy="13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  <a:spcBef>
                <a:spcPct val="0"/>
              </a:spcBef>
            </a:pPr>
            <a:r>
              <a:rPr lang="en-US" sz="7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Related Literature </a:t>
            </a:r>
            <a:endParaRPr lang="en-US" sz="7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12912" y="2715734"/>
            <a:ext cx="13062175" cy="628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Mobile learning - improves ac</a:t>
            </a: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cessibility and flexibility 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Gamification - increases engagement and motivation 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Quiz systems - enhance knowledge retention 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Performance tracking  - supports self-assessment and progress monitoring</a:t>
            </a:r>
            <a:endParaRPr lang="en-US" sz="50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84966" y="3450232"/>
            <a:ext cx="9422868" cy="352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765"/>
              </a:lnSpc>
            </a:pPr>
            <a:r>
              <a:rPr lang="en-US" sz="98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 integrat</a:t>
            </a:r>
            <a:r>
              <a:rPr lang="en-US" sz="98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ed</a:t>
            </a:r>
            <a:endParaRPr lang="en-US" sz="983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13765"/>
              </a:lnSpc>
            </a:pPr>
            <a:r>
              <a:rPr lang="en-US" sz="9835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Limited features</a:t>
            </a:r>
            <a:endParaRPr lang="en-US" sz="9835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14760" y="-92322"/>
            <a:ext cx="3572538" cy="2456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5"/>
              </a:lnSpc>
              <a:spcBef>
                <a:spcPct val="0"/>
              </a:spcBef>
            </a:pPr>
            <a:r>
              <a:rPr lang="en-US" sz="140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</a:t>
            </a:r>
            <a:endParaRPr lang="en-US" sz="1406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0800" y="1485900"/>
            <a:ext cx="13601065" cy="7882890"/>
          </a:xfrm>
          <a:custGeom>
            <a:avLst/>
            <a:gdLst/>
            <a:ahLst/>
            <a:cxnLst/>
            <a:rect l="l" t="t" r="r" b="b"/>
            <a:pathLst>
              <a:path w="11301259" h="6003794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86015" y="190500"/>
            <a:ext cx="9325570" cy="138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  <a:spcBef>
                <a:spcPct val="0"/>
              </a:spcBef>
            </a:pPr>
            <a:r>
              <a:rPr lang="en-US" sz="7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Conceptual Framework</a:t>
            </a:r>
            <a:endParaRPr lang="en-US" sz="7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38941" y="514350"/>
            <a:ext cx="8210119" cy="9258300"/>
          </a:xfrm>
          <a:custGeom>
            <a:avLst/>
            <a:gdLst/>
            <a:ahLst/>
            <a:cxnLst/>
            <a:rect l="l" t="t" r="r" b="b"/>
            <a:pathLst>
              <a:path w="8210119" h="9258300">
                <a:moveTo>
                  <a:pt x="0" y="0"/>
                </a:moveTo>
                <a:lnTo>
                  <a:pt x="8210118" y="0"/>
                </a:lnTo>
                <a:lnTo>
                  <a:pt x="821011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477" r="-14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087138"/>
            <a:ext cx="4540745" cy="305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5"/>
              </a:lnSpc>
            </a:pPr>
            <a:r>
              <a:rPr lang="en-US" sz="57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Respondents</a:t>
            </a:r>
            <a:endParaRPr lang="en-US" sz="576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8065"/>
              </a:lnSpc>
            </a:pPr>
            <a:r>
              <a:rPr lang="en-US" sz="57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of the </a:t>
            </a:r>
            <a:endParaRPr lang="en-US" sz="576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lnSpc>
                <a:spcPts val="8065"/>
              </a:lnSpc>
              <a:spcBef>
                <a:spcPct val="0"/>
              </a:spcBef>
            </a:pPr>
            <a:r>
              <a:rPr lang="en-US" sz="576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Study</a:t>
            </a:r>
            <a:endParaRPr lang="en-US" sz="576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75536" y="4421188"/>
            <a:ext cx="7336929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20"/>
              </a:lnSpc>
              <a:spcBef>
                <a:spcPct val="0"/>
              </a:spcBef>
            </a:pPr>
            <a:r>
              <a:rPr lang="en-US" sz="9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YOU!</a:t>
            </a:r>
            <a:endParaRPr lang="en-US" sz="9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WPS Presentation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 Bold</vt:lpstr>
      <vt:lpstr>Times New Roman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Inventory Management System for Boutique Baloc in Sto. Domingo, Nueva Ecija</dc:title>
  <dc:creator/>
  <cp:lastModifiedBy>JOYCE</cp:lastModifiedBy>
  <cp:revision>6</cp:revision>
  <dcterms:created xsi:type="dcterms:W3CDTF">2006-08-16T00:00:00Z</dcterms:created>
  <dcterms:modified xsi:type="dcterms:W3CDTF">2026-04-26T04:15:12Z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DDD01EBD345C43D9BE1D9A7D4C862570_12</vt:lpwstr>
  </property>
</Properties>
</file>